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ttegowthami@gmail.com" initials="j" lastIdx="1" clrIdx="0">
    <p:extLst>
      <p:ext uri="{19B8F6BF-5375-455C-9EA6-DF929625EA0E}">
        <p15:presenceInfo xmlns:p15="http://schemas.microsoft.com/office/powerpoint/2012/main" userId="08a4d8aa978e54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commentAuthors" Target="commentAuthor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microsoft.com/office/2016/11/relationships/changesInfo" Target="changesInfos/changesInfo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ttegowthami@gmail.com" userId="08a4d8aa978e547a" providerId="LiveId" clId="{BA1A201D-7CED-3F7F-A142-ED72BD4BAC3F}"/>
    <pc:docChg chg="undo redo custSel addSld delSld modSld">
      <pc:chgData name="jittegowthami@gmail.com" userId="08a4d8aa978e547a" providerId="LiveId" clId="{BA1A201D-7CED-3F7F-A142-ED72BD4BAC3F}" dt="2025-11-02T04:40:26.775" v="5149" actId="14100"/>
      <pc:docMkLst>
        <pc:docMk/>
      </pc:docMkLst>
      <pc:sldChg chg="addSp delSp modSp mod">
        <pc:chgData name="jittegowthami@gmail.com" userId="08a4d8aa978e547a" providerId="LiveId" clId="{BA1A201D-7CED-3F7F-A142-ED72BD4BAC3F}" dt="2025-11-01T13:26:40.009" v="462" actId="113"/>
        <pc:sldMkLst>
          <pc:docMk/>
          <pc:sldMk cId="11776831" sldId="256"/>
        </pc:sldMkLst>
        <pc:spChg chg="mod">
          <ac:chgData name="jittegowthami@gmail.com" userId="08a4d8aa978e547a" providerId="LiveId" clId="{BA1A201D-7CED-3F7F-A142-ED72BD4BAC3F}" dt="2025-11-01T13:23:41.550" v="357" actId="1076"/>
          <ac:spMkLst>
            <pc:docMk/>
            <pc:sldMk cId="11776831" sldId="256"/>
            <ac:spMk id="2" creationId="{1FD3A12A-0853-FA5F-267B-ED113C5B55A6}"/>
          </ac:spMkLst>
        </pc:spChg>
        <pc:spChg chg="del mod">
          <ac:chgData name="jittegowthami@gmail.com" userId="08a4d8aa978e547a" providerId="LiveId" clId="{BA1A201D-7CED-3F7F-A142-ED72BD4BAC3F}" dt="2025-11-01T13:19:46.736" v="48" actId="478"/>
          <ac:spMkLst>
            <pc:docMk/>
            <pc:sldMk cId="11776831" sldId="256"/>
            <ac:spMk id="3" creationId="{E6C878CB-BA6A-0EB1-603B-F89A9A33EA1A}"/>
          </ac:spMkLst>
        </pc:spChg>
        <pc:spChg chg="add del mod">
          <ac:chgData name="jittegowthami@gmail.com" userId="08a4d8aa978e547a" providerId="LiveId" clId="{BA1A201D-7CED-3F7F-A142-ED72BD4BAC3F}" dt="2025-11-01T13:19:53.368" v="50" actId="478"/>
          <ac:spMkLst>
            <pc:docMk/>
            <pc:sldMk cId="11776831" sldId="256"/>
            <ac:spMk id="5" creationId="{99B68618-E5B7-2A4B-EE83-1DD22D60BE90}"/>
          </ac:spMkLst>
        </pc:spChg>
        <pc:spChg chg="add del mod">
          <ac:chgData name="jittegowthami@gmail.com" userId="08a4d8aa978e547a" providerId="LiveId" clId="{BA1A201D-7CED-3F7F-A142-ED72BD4BAC3F}" dt="2025-11-01T13:20:46.101" v="130" actId="478"/>
          <ac:spMkLst>
            <pc:docMk/>
            <pc:sldMk cId="11776831" sldId="256"/>
            <ac:spMk id="7" creationId="{BF68FD00-0410-944B-BBBB-F3DCC9F6F4B7}"/>
          </ac:spMkLst>
        </pc:spChg>
        <pc:spChg chg="add del mod">
          <ac:chgData name="jittegowthami@gmail.com" userId="08a4d8aa978e547a" providerId="LiveId" clId="{BA1A201D-7CED-3F7F-A142-ED72BD4BAC3F}" dt="2025-11-01T13:21:53.047" v="226" actId="478"/>
          <ac:spMkLst>
            <pc:docMk/>
            <pc:sldMk cId="11776831" sldId="256"/>
            <ac:spMk id="9" creationId="{B8ECBFFF-F711-BB61-A6FA-327F534EE934}"/>
          </ac:spMkLst>
        </pc:spChg>
        <pc:spChg chg="add mod">
          <ac:chgData name="jittegowthami@gmail.com" userId="08a4d8aa978e547a" providerId="LiveId" clId="{BA1A201D-7CED-3F7F-A142-ED72BD4BAC3F}" dt="2025-11-01T13:23:19.787" v="350" actId="207"/>
          <ac:spMkLst>
            <pc:docMk/>
            <pc:sldMk cId="11776831" sldId="256"/>
            <ac:spMk id="11" creationId="{11E584C0-B442-3ED0-86F9-74312A66FB49}"/>
          </ac:spMkLst>
        </pc:spChg>
        <pc:spChg chg="add del mod">
          <ac:chgData name="jittegowthami@gmail.com" userId="08a4d8aa978e547a" providerId="LiveId" clId="{BA1A201D-7CED-3F7F-A142-ED72BD4BAC3F}" dt="2025-11-01T13:25:44.447" v="389" actId="478"/>
          <ac:spMkLst>
            <pc:docMk/>
            <pc:sldMk cId="11776831" sldId="256"/>
            <ac:spMk id="13" creationId="{4D71E492-C1C2-5833-B5CD-2078E933DABC}"/>
          </ac:spMkLst>
        </pc:spChg>
        <pc:spChg chg="add mod">
          <ac:chgData name="jittegowthami@gmail.com" userId="08a4d8aa978e547a" providerId="LiveId" clId="{BA1A201D-7CED-3F7F-A142-ED72BD4BAC3F}" dt="2025-11-01T13:26:40.009" v="462" actId="113"/>
          <ac:spMkLst>
            <pc:docMk/>
            <pc:sldMk cId="11776831" sldId="256"/>
            <ac:spMk id="15" creationId="{1123E98C-4858-9499-9E32-65FCFE73E8DA}"/>
          </ac:spMkLst>
        </pc:spChg>
      </pc:sldChg>
      <pc:sldChg chg="addSp delSp modSp new mod">
        <pc:chgData name="jittegowthami@gmail.com" userId="08a4d8aa978e547a" providerId="LiveId" clId="{BA1A201D-7CED-3F7F-A142-ED72BD4BAC3F}" dt="2025-11-01T13:50:33.948" v="909" actId="113"/>
        <pc:sldMkLst>
          <pc:docMk/>
          <pc:sldMk cId="4146618428" sldId="257"/>
        </pc:sldMkLst>
        <pc:spChg chg="mod">
          <ac:chgData name="jittegowthami@gmail.com" userId="08a4d8aa978e547a" providerId="LiveId" clId="{BA1A201D-7CED-3F7F-A142-ED72BD4BAC3F}" dt="2025-11-01T13:27:34.594" v="473" actId="113"/>
          <ac:spMkLst>
            <pc:docMk/>
            <pc:sldMk cId="4146618428" sldId="257"/>
            <ac:spMk id="2" creationId="{08F0C883-47B7-FFE9-B245-A35443BA3DD8}"/>
          </ac:spMkLst>
        </pc:spChg>
        <pc:spChg chg="del mod">
          <ac:chgData name="jittegowthami@gmail.com" userId="08a4d8aa978e547a" providerId="LiveId" clId="{BA1A201D-7CED-3F7F-A142-ED72BD4BAC3F}" dt="2025-11-01T13:45:54.761" v="730" actId="478"/>
          <ac:spMkLst>
            <pc:docMk/>
            <pc:sldMk cId="4146618428" sldId="257"/>
            <ac:spMk id="3" creationId="{8E0F9A2C-1974-7A4F-1E27-A5F0314A57AB}"/>
          </ac:spMkLst>
        </pc:spChg>
        <pc:spChg chg="add del mod">
          <ac:chgData name="jittegowthami@gmail.com" userId="08a4d8aa978e547a" providerId="LiveId" clId="{BA1A201D-7CED-3F7F-A142-ED72BD4BAC3F}" dt="2025-11-01T13:33:12.573" v="625" actId="478"/>
          <ac:spMkLst>
            <pc:docMk/>
            <pc:sldMk cId="4146618428" sldId="257"/>
            <ac:spMk id="4" creationId="{F5B1A1AC-B66E-84C6-2CD5-CF243756B31C}"/>
          </ac:spMkLst>
        </pc:spChg>
        <pc:spChg chg="add del mod">
          <ac:chgData name="jittegowthami@gmail.com" userId="08a4d8aa978e547a" providerId="LiveId" clId="{BA1A201D-7CED-3F7F-A142-ED72BD4BAC3F}" dt="2025-11-01T13:33:31.990" v="628" actId="478"/>
          <ac:spMkLst>
            <pc:docMk/>
            <pc:sldMk cId="4146618428" sldId="257"/>
            <ac:spMk id="6" creationId="{F6DDB829-DE5B-AB06-31A6-22D5D1335183}"/>
          </ac:spMkLst>
        </pc:spChg>
        <pc:spChg chg="add del mod">
          <ac:chgData name="jittegowthami@gmail.com" userId="08a4d8aa978e547a" providerId="LiveId" clId="{BA1A201D-7CED-3F7F-A142-ED72BD4BAC3F}" dt="2025-11-01T13:42:11.213" v="673" actId="478"/>
          <ac:spMkLst>
            <pc:docMk/>
            <pc:sldMk cId="4146618428" sldId="257"/>
            <ac:spMk id="8" creationId="{BF599A57-1B97-CF79-524E-98B8BE4B12C5}"/>
          </ac:spMkLst>
        </pc:spChg>
        <pc:spChg chg="add del mod">
          <ac:chgData name="jittegowthami@gmail.com" userId="08a4d8aa978e547a" providerId="LiveId" clId="{BA1A201D-7CED-3F7F-A142-ED72BD4BAC3F}" dt="2025-11-01T13:42:15.226" v="674" actId="478"/>
          <ac:spMkLst>
            <pc:docMk/>
            <pc:sldMk cId="4146618428" sldId="257"/>
            <ac:spMk id="10" creationId="{A18101F6-A21B-DF16-F8A2-D3077F3189CB}"/>
          </ac:spMkLst>
        </pc:spChg>
        <pc:spChg chg="add del">
          <ac:chgData name="jittegowthami@gmail.com" userId="08a4d8aa978e547a" providerId="LiveId" clId="{BA1A201D-7CED-3F7F-A142-ED72BD4BAC3F}" dt="2025-11-01T13:41:53.944" v="669" actId="478"/>
          <ac:spMkLst>
            <pc:docMk/>
            <pc:sldMk cId="4146618428" sldId="257"/>
            <ac:spMk id="12" creationId="{F9D3C660-6483-5923-ECA8-2820C14C11E0}"/>
          </ac:spMkLst>
        </pc:spChg>
        <pc:spChg chg="add del mod">
          <ac:chgData name="jittegowthami@gmail.com" userId="08a4d8aa978e547a" providerId="LiveId" clId="{BA1A201D-7CED-3F7F-A142-ED72BD4BAC3F}" dt="2025-11-01T13:41:56.917" v="670" actId="478"/>
          <ac:spMkLst>
            <pc:docMk/>
            <pc:sldMk cId="4146618428" sldId="257"/>
            <ac:spMk id="14" creationId="{49A7F6A5-74B6-7114-A38D-B16B8A798733}"/>
          </ac:spMkLst>
        </pc:spChg>
        <pc:spChg chg="add del mod">
          <ac:chgData name="jittegowthami@gmail.com" userId="08a4d8aa978e547a" providerId="LiveId" clId="{BA1A201D-7CED-3F7F-A142-ED72BD4BAC3F}" dt="2025-11-01T13:42:28.846" v="677" actId="478"/>
          <ac:spMkLst>
            <pc:docMk/>
            <pc:sldMk cId="4146618428" sldId="257"/>
            <ac:spMk id="16" creationId="{6D31C0D5-14FE-DB79-BBA4-48CCD2768A14}"/>
          </ac:spMkLst>
        </pc:spChg>
        <pc:spChg chg="add del mod">
          <ac:chgData name="jittegowthami@gmail.com" userId="08a4d8aa978e547a" providerId="LiveId" clId="{BA1A201D-7CED-3F7F-A142-ED72BD4BAC3F}" dt="2025-11-01T13:42:25.681" v="676" actId="478"/>
          <ac:spMkLst>
            <pc:docMk/>
            <pc:sldMk cId="4146618428" sldId="257"/>
            <ac:spMk id="18" creationId="{9A964D73-EC4D-5124-3B28-FAED8A5A8761}"/>
          </ac:spMkLst>
        </pc:spChg>
        <pc:spChg chg="add mod">
          <ac:chgData name="jittegowthami@gmail.com" userId="08a4d8aa978e547a" providerId="LiveId" clId="{BA1A201D-7CED-3F7F-A142-ED72BD4BAC3F}" dt="2025-11-01T13:50:33.948" v="909" actId="113"/>
          <ac:spMkLst>
            <pc:docMk/>
            <pc:sldMk cId="4146618428" sldId="257"/>
            <ac:spMk id="20" creationId="{3396AC93-F14D-F932-4235-9DB9A1571854}"/>
          </ac:spMkLst>
        </pc:spChg>
      </pc:sldChg>
      <pc:sldChg chg="modSp new mod">
        <pc:chgData name="jittegowthami@gmail.com" userId="08a4d8aa978e547a" providerId="LiveId" clId="{BA1A201D-7CED-3F7F-A142-ED72BD4BAC3F}" dt="2025-11-01T13:59:40.002" v="1281" actId="20577"/>
        <pc:sldMkLst>
          <pc:docMk/>
          <pc:sldMk cId="3213761299" sldId="258"/>
        </pc:sldMkLst>
        <pc:spChg chg="mod">
          <ac:chgData name="jittegowthami@gmail.com" userId="08a4d8aa978e547a" providerId="LiveId" clId="{BA1A201D-7CED-3F7F-A142-ED72BD4BAC3F}" dt="2025-11-01T13:51:25.246" v="932" actId="1076"/>
          <ac:spMkLst>
            <pc:docMk/>
            <pc:sldMk cId="3213761299" sldId="258"/>
            <ac:spMk id="2" creationId="{1CB7889B-A241-3548-115D-145326D3C4EE}"/>
          </ac:spMkLst>
        </pc:spChg>
        <pc:spChg chg="mod">
          <ac:chgData name="jittegowthami@gmail.com" userId="08a4d8aa978e547a" providerId="LiveId" clId="{BA1A201D-7CED-3F7F-A142-ED72BD4BAC3F}" dt="2025-11-01T13:59:40.002" v="1281" actId="20577"/>
          <ac:spMkLst>
            <pc:docMk/>
            <pc:sldMk cId="3213761299" sldId="258"/>
            <ac:spMk id="3" creationId="{6A191558-F5EA-5C09-F3EB-5BC5B65D7C37}"/>
          </ac:spMkLst>
        </pc:spChg>
      </pc:sldChg>
      <pc:sldChg chg="addSp delSp modSp new mod">
        <pc:chgData name="jittegowthami@gmail.com" userId="08a4d8aa978e547a" providerId="LiveId" clId="{BA1A201D-7CED-3F7F-A142-ED72BD4BAC3F}" dt="2025-11-01T14:10:28.131" v="1883" actId="20577"/>
        <pc:sldMkLst>
          <pc:docMk/>
          <pc:sldMk cId="2264123787" sldId="259"/>
        </pc:sldMkLst>
        <pc:spChg chg="mod">
          <ac:chgData name="jittegowthami@gmail.com" userId="08a4d8aa978e547a" providerId="LiveId" clId="{BA1A201D-7CED-3F7F-A142-ED72BD4BAC3F}" dt="2025-11-01T14:01:58.199" v="1304" actId="1076"/>
          <ac:spMkLst>
            <pc:docMk/>
            <pc:sldMk cId="2264123787" sldId="259"/>
            <ac:spMk id="2" creationId="{52259D3F-D3E0-2920-DD44-36E093238F90}"/>
          </ac:spMkLst>
        </pc:spChg>
        <pc:spChg chg="del">
          <ac:chgData name="jittegowthami@gmail.com" userId="08a4d8aa978e547a" providerId="LiveId" clId="{BA1A201D-7CED-3F7F-A142-ED72BD4BAC3F}" dt="2025-11-01T14:00:02.463" v="1283" actId="3680"/>
          <ac:spMkLst>
            <pc:docMk/>
            <pc:sldMk cId="2264123787" sldId="259"/>
            <ac:spMk id="3" creationId="{014032D6-E1F7-E2B9-36DB-21B086F9F9BC}"/>
          </ac:spMkLst>
        </pc:spChg>
        <pc:spChg chg="add del mod">
          <ac:chgData name="jittegowthami@gmail.com" userId="08a4d8aa978e547a" providerId="LiveId" clId="{BA1A201D-7CED-3F7F-A142-ED72BD4BAC3F}" dt="2025-11-01T14:02:28.510" v="1311" actId="478"/>
          <ac:spMkLst>
            <pc:docMk/>
            <pc:sldMk cId="2264123787" sldId="259"/>
            <ac:spMk id="6" creationId="{C5857833-271E-21D7-8ED3-3537CF884FD8}"/>
          </ac:spMkLst>
        </pc:spChg>
        <pc:spChg chg="add del mod">
          <ac:chgData name="jittegowthami@gmail.com" userId="08a4d8aa978e547a" providerId="LiveId" clId="{BA1A201D-7CED-3F7F-A142-ED72BD4BAC3F}" dt="2025-11-01T14:02:25.176" v="1310" actId="478"/>
          <ac:spMkLst>
            <pc:docMk/>
            <pc:sldMk cId="2264123787" sldId="259"/>
            <ac:spMk id="8" creationId="{61929921-493E-12A8-7823-B1C9B7C87AC5}"/>
          </ac:spMkLst>
        </pc:spChg>
        <pc:spChg chg="add del mod">
          <ac:chgData name="jittegowthami@gmail.com" userId="08a4d8aa978e547a" providerId="LiveId" clId="{BA1A201D-7CED-3F7F-A142-ED72BD4BAC3F}" dt="2025-11-01T14:02:38.023" v="1314" actId="478"/>
          <ac:spMkLst>
            <pc:docMk/>
            <pc:sldMk cId="2264123787" sldId="259"/>
            <ac:spMk id="10" creationId="{7816AE5A-D341-07A0-0A86-448CC8F5988C}"/>
          </ac:spMkLst>
        </pc:spChg>
        <pc:spChg chg="add mod">
          <ac:chgData name="jittegowthami@gmail.com" userId="08a4d8aa978e547a" providerId="LiveId" clId="{BA1A201D-7CED-3F7F-A142-ED72BD4BAC3F}" dt="2025-11-01T14:10:28.131" v="1883" actId="20577"/>
          <ac:spMkLst>
            <pc:docMk/>
            <pc:sldMk cId="2264123787" sldId="259"/>
            <ac:spMk id="12" creationId="{81966B22-9B3A-2F8D-713C-ACC89A6F1576}"/>
          </ac:spMkLst>
        </pc:spChg>
        <pc:graphicFrameChg chg="add del mod ord modGraphic">
          <ac:chgData name="jittegowthami@gmail.com" userId="08a4d8aa978e547a" providerId="LiveId" clId="{BA1A201D-7CED-3F7F-A142-ED72BD4BAC3F}" dt="2025-11-01T14:02:19.478" v="1308" actId="478"/>
          <ac:graphicFrameMkLst>
            <pc:docMk/>
            <pc:sldMk cId="2264123787" sldId="259"/>
            <ac:graphicFrameMk id="4" creationId="{F3E8ABC0-B922-6218-5E61-FAAD89BBDCFC}"/>
          </ac:graphicFrameMkLst>
        </pc:graphicFrameChg>
      </pc:sldChg>
      <pc:sldChg chg="addSp delSp modSp new mod">
        <pc:chgData name="jittegowthami@gmail.com" userId="08a4d8aa978e547a" providerId="LiveId" clId="{BA1A201D-7CED-3F7F-A142-ED72BD4BAC3F}" dt="2025-11-01T14:23:58.080" v="2357" actId="1076"/>
        <pc:sldMkLst>
          <pc:docMk/>
          <pc:sldMk cId="3000412687" sldId="260"/>
        </pc:sldMkLst>
        <pc:spChg chg="del mod">
          <ac:chgData name="jittegowthami@gmail.com" userId="08a4d8aa978e547a" providerId="LiveId" clId="{BA1A201D-7CED-3F7F-A142-ED72BD4BAC3F}" dt="2025-11-01T14:21:05.011" v="2301" actId="478"/>
          <ac:spMkLst>
            <pc:docMk/>
            <pc:sldMk cId="3000412687" sldId="260"/>
            <ac:spMk id="2" creationId="{AFD9E6A5-DA8C-0731-1CB3-6F29F31D30B7}"/>
          </ac:spMkLst>
        </pc:spChg>
        <pc:spChg chg="del mod">
          <ac:chgData name="jittegowthami@gmail.com" userId="08a4d8aa978e547a" providerId="LiveId" clId="{BA1A201D-7CED-3F7F-A142-ED72BD4BAC3F}" dt="2025-11-01T14:21:23.367" v="2314" actId="478"/>
          <ac:spMkLst>
            <pc:docMk/>
            <pc:sldMk cId="3000412687" sldId="260"/>
            <ac:spMk id="3" creationId="{7E62BCF1-D163-4EDB-1343-4E1C79ABD7CA}"/>
          </ac:spMkLst>
        </pc:spChg>
        <pc:spChg chg="add del">
          <ac:chgData name="jittegowthami@gmail.com" userId="08a4d8aa978e547a" providerId="LiveId" clId="{BA1A201D-7CED-3F7F-A142-ED72BD4BAC3F}" dt="2025-11-01T14:12:39.915" v="1911" actId="478"/>
          <ac:spMkLst>
            <pc:docMk/>
            <pc:sldMk cId="3000412687" sldId="260"/>
            <ac:spMk id="5" creationId="{11E74E7F-4CD0-41E8-424F-0DCF156451B9}"/>
          </ac:spMkLst>
        </pc:spChg>
        <pc:spChg chg="add del">
          <ac:chgData name="jittegowthami@gmail.com" userId="08a4d8aa978e547a" providerId="LiveId" clId="{BA1A201D-7CED-3F7F-A142-ED72BD4BAC3F}" dt="2025-11-01T14:21:00.785" v="2299" actId="478"/>
          <ac:spMkLst>
            <pc:docMk/>
            <pc:sldMk cId="3000412687" sldId="260"/>
            <ac:spMk id="6" creationId="{45CF6EB0-6C24-20D8-5D2F-72EA786389B4}"/>
          </ac:spMkLst>
        </pc:spChg>
        <pc:spChg chg="add del mod">
          <ac:chgData name="jittegowthami@gmail.com" userId="08a4d8aa978e547a" providerId="LiveId" clId="{BA1A201D-7CED-3F7F-A142-ED72BD4BAC3F}" dt="2025-11-01T14:21:02.994" v="2300" actId="478"/>
          <ac:spMkLst>
            <pc:docMk/>
            <pc:sldMk cId="3000412687" sldId="260"/>
            <ac:spMk id="8" creationId="{C99FBE9A-ABF6-707D-91FF-E19AEB1DCED9}"/>
          </ac:spMkLst>
        </pc:spChg>
        <pc:spChg chg="add mod">
          <ac:chgData name="jittegowthami@gmail.com" userId="08a4d8aa978e547a" providerId="LiveId" clId="{BA1A201D-7CED-3F7F-A142-ED72BD4BAC3F}" dt="2025-11-01T14:21:19.969" v="2313" actId="14100"/>
          <ac:spMkLst>
            <pc:docMk/>
            <pc:sldMk cId="3000412687" sldId="260"/>
            <ac:spMk id="10" creationId="{5E71D6AD-3D5A-87CC-64ED-1187B074441A}"/>
          </ac:spMkLst>
        </pc:spChg>
        <pc:spChg chg="add mod">
          <ac:chgData name="jittegowthami@gmail.com" userId="08a4d8aa978e547a" providerId="LiveId" clId="{BA1A201D-7CED-3F7F-A142-ED72BD4BAC3F}" dt="2025-11-01T14:23:46.298" v="2355" actId="20577"/>
          <ac:spMkLst>
            <pc:docMk/>
            <pc:sldMk cId="3000412687" sldId="260"/>
            <ac:spMk id="12" creationId="{F142DAF1-0FE1-BFEF-4185-68BAE66FA7E4}"/>
          </ac:spMkLst>
        </pc:spChg>
        <pc:picChg chg="add mod">
          <ac:chgData name="jittegowthami@gmail.com" userId="08a4d8aa978e547a" providerId="LiveId" clId="{BA1A201D-7CED-3F7F-A142-ED72BD4BAC3F}" dt="2025-11-01T14:23:58.080" v="2357" actId="1076"/>
          <ac:picMkLst>
            <pc:docMk/>
            <pc:sldMk cId="3000412687" sldId="260"/>
            <ac:picMk id="4" creationId="{3F5A30D3-CC26-5965-B0C3-31000EFFCAF4}"/>
          </ac:picMkLst>
        </pc:picChg>
      </pc:sldChg>
      <pc:sldChg chg="delSp new del mod">
        <pc:chgData name="jittegowthami@gmail.com" userId="08a4d8aa978e547a" providerId="LiveId" clId="{BA1A201D-7CED-3F7F-A142-ED72BD4BAC3F}" dt="2025-11-01T14:20:27.616" v="2283" actId="2696"/>
        <pc:sldMkLst>
          <pc:docMk/>
          <pc:sldMk cId="2067213858" sldId="261"/>
        </pc:sldMkLst>
        <pc:spChg chg="del">
          <ac:chgData name="jittegowthami@gmail.com" userId="08a4d8aa978e547a" providerId="LiveId" clId="{BA1A201D-7CED-3F7F-A142-ED72BD4BAC3F}" dt="2025-11-01T14:19:36.436" v="2282" actId="478"/>
          <ac:spMkLst>
            <pc:docMk/>
            <pc:sldMk cId="2067213858" sldId="261"/>
            <ac:spMk id="2" creationId="{9A581ED4-E7B0-3B87-2937-F79E2576E3FC}"/>
          </ac:spMkLst>
        </pc:spChg>
      </pc:sldChg>
      <pc:sldChg chg="addSp modSp new mod">
        <pc:chgData name="jittegowthami@gmail.com" userId="08a4d8aa978e547a" providerId="LiveId" clId="{BA1A201D-7CED-3F7F-A142-ED72BD4BAC3F}" dt="2025-11-01T14:27:11.106" v="2433" actId="1076"/>
        <pc:sldMkLst>
          <pc:docMk/>
          <pc:sldMk cId="3223863742" sldId="261"/>
        </pc:sldMkLst>
        <pc:spChg chg="mod">
          <ac:chgData name="jittegowthami@gmail.com" userId="08a4d8aa978e547a" providerId="LiveId" clId="{BA1A201D-7CED-3F7F-A142-ED72BD4BAC3F}" dt="2025-11-01T14:20:43.691" v="2294" actId="20577"/>
          <ac:spMkLst>
            <pc:docMk/>
            <pc:sldMk cId="3223863742" sldId="261"/>
            <ac:spMk id="2" creationId="{373BC4A7-B064-6F7E-BFCB-DA475086B484}"/>
          </ac:spMkLst>
        </pc:spChg>
        <pc:spChg chg="mod">
          <ac:chgData name="jittegowthami@gmail.com" userId="08a4d8aa978e547a" providerId="LiveId" clId="{BA1A201D-7CED-3F7F-A142-ED72BD4BAC3F}" dt="2025-11-01T14:25:59.040" v="2426" actId="20577"/>
          <ac:spMkLst>
            <pc:docMk/>
            <pc:sldMk cId="3223863742" sldId="261"/>
            <ac:spMk id="3" creationId="{1359863E-53D4-0BEF-32CF-97412982055D}"/>
          </ac:spMkLst>
        </pc:spChg>
        <pc:picChg chg="add mod">
          <ac:chgData name="jittegowthami@gmail.com" userId="08a4d8aa978e547a" providerId="LiveId" clId="{BA1A201D-7CED-3F7F-A142-ED72BD4BAC3F}" dt="2025-11-01T14:27:11.106" v="2433" actId="1076"/>
          <ac:picMkLst>
            <pc:docMk/>
            <pc:sldMk cId="3223863742" sldId="261"/>
            <ac:picMk id="4" creationId="{0184F721-9464-2AA0-89DF-F31D874FFDAC}"/>
          </ac:picMkLst>
        </pc:picChg>
      </pc:sldChg>
      <pc:sldChg chg="addSp delSp modSp new del mod modClrScheme chgLayout">
        <pc:chgData name="jittegowthami@gmail.com" userId="08a4d8aa978e547a" providerId="LiveId" clId="{BA1A201D-7CED-3F7F-A142-ED72BD4BAC3F}" dt="2025-11-01T14:33:41.471" v="2581" actId="2696"/>
        <pc:sldMkLst>
          <pc:docMk/>
          <pc:sldMk cId="2586466182" sldId="262"/>
        </pc:sldMkLst>
        <pc:spChg chg="mod ord">
          <ac:chgData name="jittegowthami@gmail.com" userId="08a4d8aa978e547a" providerId="LiveId" clId="{BA1A201D-7CED-3F7F-A142-ED72BD4BAC3F}" dt="2025-11-01T14:32:09.522" v="2553" actId="700"/>
          <ac:spMkLst>
            <pc:docMk/>
            <pc:sldMk cId="2586466182" sldId="262"/>
            <ac:spMk id="2" creationId="{676B1653-A32C-431C-9EDE-EEBCC494AE87}"/>
          </ac:spMkLst>
        </pc:spChg>
        <pc:spChg chg="del">
          <ac:chgData name="jittegowthami@gmail.com" userId="08a4d8aa978e547a" providerId="LiveId" clId="{BA1A201D-7CED-3F7F-A142-ED72BD4BAC3F}" dt="2025-11-01T14:27:56.022" v="2455" actId="3680"/>
          <ac:spMkLst>
            <pc:docMk/>
            <pc:sldMk cId="2586466182" sldId="262"/>
            <ac:spMk id="3" creationId="{54614A90-53C9-F09F-B2FA-38168EAC46EA}"/>
          </ac:spMkLst>
        </pc:spChg>
        <pc:spChg chg="add mod ord">
          <ac:chgData name="jittegowthami@gmail.com" userId="08a4d8aa978e547a" providerId="LiveId" clId="{BA1A201D-7CED-3F7F-A142-ED72BD4BAC3F}" dt="2025-11-01T14:32:09.522" v="2553" actId="700"/>
          <ac:spMkLst>
            <pc:docMk/>
            <pc:sldMk cId="2586466182" sldId="262"/>
            <ac:spMk id="6" creationId="{C8C874E0-8BBC-5092-E1A6-A517D7340422}"/>
          </ac:spMkLst>
        </pc:spChg>
        <pc:spChg chg="add del mod ord">
          <ac:chgData name="jittegowthami@gmail.com" userId="08a4d8aa978e547a" providerId="LiveId" clId="{BA1A201D-7CED-3F7F-A142-ED72BD4BAC3F}" dt="2025-11-01T14:32:16.230" v="2554" actId="478"/>
          <ac:spMkLst>
            <pc:docMk/>
            <pc:sldMk cId="2586466182" sldId="262"/>
            <ac:spMk id="7" creationId="{8308ED3C-4031-13CE-87C6-D5968D9357FD}"/>
          </ac:spMkLst>
        </pc:spChg>
        <pc:spChg chg="add del mod ord">
          <ac:chgData name="jittegowthami@gmail.com" userId="08a4d8aa978e547a" providerId="LiveId" clId="{BA1A201D-7CED-3F7F-A142-ED72BD4BAC3F}" dt="2025-11-01T14:32:21.998" v="2555" actId="478"/>
          <ac:spMkLst>
            <pc:docMk/>
            <pc:sldMk cId="2586466182" sldId="262"/>
            <ac:spMk id="8" creationId="{C322F3A9-095D-B285-C3E1-43166AAAFDA3}"/>
          </ac:spMkLst>
        </pc:spChg>
        <pc:spChg chg="add mod ord">
          <ac:chgData name="jittegowthami@gmail.com" userId="08a4d8aa978e547a" providerId="LiveId" clId="{BA1A201D-7CED-3F7F-A142-ED72BD4BAC3F}" dt="2025-11-01T14:32:09.522" v="2553" actId="700"/>
          <ac:spMkLst>
            <pc:docMk/>
            <pc:sldMk cId="2586466182" sldId="262"/>
            <ac:spMk id="9" creationId="{81C8B5DC-29D4-A2FE-3B66-026445FABB24}"/>
          </ac:spMkLst>
        </pc:spChg>
        <pc:spChg chg="add del mod ord">
          <ac:chgData name="jittegowthami@gmail.com" userId="08a4d8aa978e547a" providerId="LiveId" clId="{BA1A201D-7CED-3F7F-A142-ED72BD4BAC3F}" dt="2025-11-01T14:32:09.522" v="2553" actId="700"/>
          <ac:spMkLst>
            <pc:docMk/>
            <pc:sldMk cId="2586466182" sldId="262"/>
            <ac:spMk id="10" creationId="{5EF071CB-1832-A26B-EA90-E0DEFF5DB446}"/>
          </ac:spMkLst>
        </pc:spChg>
        <pc:spChg chg="add del mod ord">
          <ac:chgData name="jittegowthami@gmail.com" userId="08a4d8aa978e547a" providerId="LiveId" clId="{BA1A201D-7CED-3F7F-A142-ED72BD4BAC3F}" dt="2025-11-01T14:32:09.522" v="2553" actId="700"/>
          <ac:spMkLst>
            <pc:docMk/>
            <pc:sldMk cId="2586466182" sldId="262"/>
            <ac:spMk id="11" creationId="{F59975F7-57D8-3CA6-7C54-45D85E3711E6}"/>
          </ac:spMkLst>
        </pc:spChg>
        <pc:spChg chg="add mod">
          <ac:chgData name="jittegowthami@gmail.com" userId="08a4d8aa978e547a" providerId="LiveId" clId="{BA1A201D-7CED-3F7F-A142-ED72BD4BAC3F}" dt="2025-11-01T14:32:33.338" v="2566" actId="20577"/>
          <ac:spMkLst>
            <pc:docMk/>
            <pc:sldMk cId="2586466182" sldId="262"/>
            <ac:spMk id="13" creationId="{C03F80F7-2646-0AFA-910E-D67A1D9B9742}"/>
          </ac:spMkLst>
        </pc:spChg>
        <pc:spChg chg="add mod">
          <ac:chgData name="jittegowthami@gmail.com" userId="08a4d8aa978e547a" providerId="LiveId" clId="{BA1A201D-7CED-3F7F-A142-ED72BD4BAC3F}" dt="2025-11-01T14:32:45.561" v="2578" actId="20577"/>
          <ac:spMkLst>
            <pc:docMk/>
            <pc:sldMk cId="2586466182" sldId="262"/>
            <ac:spMk id="15" creationId="{DC13BE9D-D404-2782-B0F1-0423B76F656C}"/>
          </ac:spMkLst>
        </pc:spChg>
        <pc:spChg chg="add del">
          <ac:chgData name="jittegowthami@gmail.com" userId="08a4d8aa978e547a" providerId="LiveId" clId="{BA1A201D-7CED-3F7F-A142-ED72BD4BAC3F}" dt="2025-11-01T14:33:32.043" v="2580" actId="478"/>
          <ac:spMkLst>
            <pc:docMk/>
            <pc:sldMk cId="2586466182" sldId="262"/>
            <ac:spMk id="17" creationId="{C1490E4B-A0B5-5CCB-8407-F7031DDC4CEF}"/>
          </ac:spMkLst>
        </pc:spChg>
        <pc:graphicFrameChg chg="add del mod ord modGraphic">
          <ac:chgData name="jittegowthami@gmail.com" userId="08a4d8aa978e547a" providerId="LiveId" clId="{BA1A201D-7CED-3F7F-A142-ED72BD4BAC3F}" dt="2025-11-01T14:28:33.872" v="2466" actId="478"/>
          <ac:graphicFrameMkLst>
            <pc:docMk/>
            <pc:sldMk cId="2586466182" sldId="262"/>
            <ac:graphicFrameMk id="4" creationId="{EB71DDA6-CA1D-471F-9727-D7BEA50A3933}"/>
          </ac:graphicFrameMkLst>
        </pc:graphicFrameChg>
      </pc:sldChg>
      <pc:sldChg chg="addSp delSp modSp new mod modClrScheme chgLayout">
        <pc:chgData name="jittegowthami@gmail.com" userId="08a4d8aa978e547a" providerId="LiveId" clId="{BA1A201D-7CED-3F7F-A142-ED72BD4BAC3F}" dt="2025-11-01T14:40:49.317" v="2963" actId="20577"/>
        <pc:sldMkLst>
          <pc:docMk/>
          <pc:sldMk cId="3932261280" sldId="262"/>
        </pc:sldMkLst>
        <pc:spChg chg="del mod ord">
          <ac:chgData name="jittegowthami@gmail.com" userId="08a4d8aa978e547a" providerId="LiveId" clId="{BA1A201D-7CED-3F7F-A142-ED72BD4BAC3F}" dt="2025-11-01T14:34:27.716" v="2596" actId="478"/>
          <ac:spMkLst>
            <pc:docMk/>
            <pc:sldMk cId="3932261280" sldId="262"/>
            <ac:spMk id="2" creationId="{FD12689A-9D1E-AF2B-D84A-74E082240008}"/>
          </ac:spMkLst>
        </pc:spChg>
        <pc:spChg chg="mod ord">
          <ac:chgData name="jittegowthami@gmail.com" userId="08a4d8aa978e547a" providerId="LiveId" clId="{BA1A201D-7CED-3F7F-A142-ED72BD4BAC3F}" dt="2025-11-01T14:40:49.317" v="2963" actId="20577"/>
          <ac:spMkLst>
            <pc:docMk/>
            <pc:sldMk cId="3932261280" sldId="262"/>
            <ac:spMk id="3" creationId="{6F85D03F-04A6-B711-F212-FD06EE803F25}"/>
          </ac:spMkLst>
        </pc:spChg>
        <pc:spChg chg="add mod ord">
          <ac:chgData name="jittegowthami@gmail.com" userId="08a4d8aa978e547a" providerId="LiveId" clId="{BA1A201D-7CED-3F7F-A142-ED72BD4BAC3F}" dt="2025-11-01T14:35:03.622" v="2618" actId="20577"/>
          <ac:spMkLst>
            <pc:docMk/>
            <pc:sldMk cId="3932261280" sldId="262"/>
            <ac:spMk id="4" creationId="{8D02B8A9-312C-863E-F754-D2E47E1AE0F7}"/>
          </ac:spMkLst>
        </pc:spChg>
        <pc:spChg chg="add mod ord">
          <ac:chgData name="jittegowthami@gmail.com" userId="08a4d8aa978e547a" providerId="LiveId" clId="{BA1A201D-7CED-3F7F-A142-ED72BD4BAC3F}" dt="2025-11-01T14:35:21.977" v="2625" actId="20577"/>
          <ac:spMkLst>
            <pc:docMk/>
            <pc:sldMk cId="3932261280" sldId="262"/>
            <ac:spMk id="5" creationId="{EC7DF55F-3C32-2ED3-00B3-C4C07FF9E380}"/>
          </ac:spMkLst>
        </pc:spChg>
        <pc:spChg chg="add mod ord">
          <ac:chgData name="jittegowthami@gmail.com" userId="08a4d8aa978e547a" providerId="LiveId" clId="{BA1A201D-7CED-3F7F-A142-ED72BD4BAC3F}" dt="2025-11-01T14:40:23.051" v="2945" actId="20577"/>
          <ac:spMkLst>
            <pc:docMk/>
            <pc:sldMk cId="3932261280" sldId="262"/>
            <ac:spMk id="6" creationId="{1D0D0D52-B40D-3C03-C0AD-983387D7AF3A}"/>
          </ac:spMkLst>
        </pc:spChg>
        <pc:spChg chg="add mod">
          <ac:chgData name="jittegowthami@gmail.com" userId="08a4d8aa978e547a" providerId="LiveId" clId="{BA1A201D-7CED-3F7F-A142-ED72BD4BAC3F}" dt="2025-11-01T14:34:41.861" v="2606" actId="1076"/>
          <ac:spMkLst>
            <pc:docMk/>
            <pc:sldMk cId="3932261280" sldId="262"/>
            <ac:spMk id="8" creationId="{4C98E3EF-6736-CB56-CCEC-BBA327802C7A}"/>
          </ac:spMkLst>
        </pc:spChg>
      </pc:sldChg>
      <pc:sldChg chg="addSp delSp modSp new del mod">
        <pc:chgData name="jittegowthami@gmail.com" userId="08a4d8aa978e547a" providerId="LiveId" clId="{BA1A201D-7CED-3F7F-A142-ED72BD4BAC3F}" dt="2025-11-01T14:43:27.610" v="3012" actId="2696"/>
        <pc:sldMkLst>
          <pc:docMk/>
          <pc:sldMk cId="1546165044" sldId="263"/>
        </pc:sldMkLst>
        <pc:spChg chg="mod">
          <ac:chgData name="jittegowthami@gmail.com" userId="08a4d8aa978e547a" providerId="LiveId" clId="{BA1A201D-7CED-3F7F-A142-ED72BD4BAC3F}" dt="2025-11-01T14:41:48.642" v="2991" actId="14100"/>
          <ac:spMkLst>
            <pc:docMk/>
            <pc:sldMk cId="1546165044" sldId="263"/>
            <ac:spMk id="2" creationId="{663B9591-ED9A-920E-7142-B4DE49912DA1}"/>
          </ac:spMkLst>
        </pc:spChg>
        <pc:spChg chg="del">
          <ac:chgData name="jittegowthami@gmail.com" userId="08a4d8aa978e547a" providerId="LiveId" clId="{BA1A201D-7CED-3F7F-A142-ED72BD4BAC3F}" dt="2025-11-01T14:41:06.201" v="2967" actId="478"/>
          <ac:spMkLst>
            <pc:docMk/>
            <pc:sldMk cId="1546165044" sldId="263"/>
            <ac:spMk id="3" creationId="{B1909464-D6C0-BEF7-DE9C-8DC2DBC22836}"/>
          </ac:spMkLst>
        </pc:spChg>
        <pc:spChg chg="del">
          <ac:chgData name="jittegowthami@gmail.com" userId="08a4d8aa978e547a" providerId="LiveId" clId="{BA1A201D-7CED-3F7F-A142-ED72BD4BAC3F}" dt="2025-11-01T14:41:02.255" v="2965" actId="478"/>
          <ac:spMkLst>
            <pc:docMk/>
            <pc:sldMk cId="1546165044" sldId="263"/>
            <ac:spMk id="4" creationId="{1115E5F6-17D9-79E4-8FF0-FB5FA52D8799}"/>
          </ac:spMkLst>
        </pc:spChg>
        <pc:spChg chg="del">
          <ac:chgData name="jittegowthami@gmail.com" userId="08a4d8aa978e547a" providerId="LiveId" clId="{BA1A201D-7CED-3F7F-A142-ED72BD4BAC3F}" dt="2025-11-01T14:41:08.282" v="2968" actId="478"/>
          <ac:spMkLst>
            <pc:docMk/>
            <pc:sldMk cId="1546165044" sldId="263"/>
            <ac:spMk id="5" creationId="{4058AD17-F4E2-C8E5-4C1B-2BF8B556C6D5}"/>
          </ac:spMkLst>
        </pc:spChg>
        <pc:spChg chg="del">
          <ac:chgData name="jittegowthami@gmail.com" userId="08a4d8aa978e547a" providerId="LiveId" clId="{BA1A201D-7CED-3F7F-A142-ED72BD4BAC3F}" dt="2025-11-01T14:41:04.268" v="2966" actId="478"/>
          <ac:spMkLst>
            <pc:docMk/>
            <pc:sldMk cId="1546165044" sldId="263"/>
            <ac:spMk id="6" creationId="{5A80B8A8-DAB6-DF68-EC5E-E3E38CBB87E0}"/>
          </ac:spMkLst>
        </pc:spChg>
        <pc:spChg chg="add del">
          <ac:chgData name="jittegowthami@gmail.com" userId="08a4d8aa978e547a" providerId="LiveId" clId="{BA1A201D-7CED-3F7F-A142-ED72BD4BAC3F}" dt="2025-11-01T14:42:02.385" v="2993" actId="478"/>
          <ac:spMkLst>
            <pc:docMk/>
            <pc:sldMk cId="1546165044" sldId="263"/>
            <ac:spMk id="8" creationId="{D11EFE24-2092-E653-75C5-F4DE21EE49AD}"/>
          </ac:spMkLst>
        </pc:spChg>
        <pc:spChg chg="add del mod">
          <ac:chgData name="jittegowthami@gmail.com" userId="08a4d8aa978e547a" providerId="LiveId" clId="{BA1A201D-7CED-3F7F-A142-ED72BD4BAC3F}" dt="2025-11-01T14:42:43.362" v="3002" actId="478"/>
          <ac:spMkLst>
            <pc:docMk/>
            <pc:sldMk cId="1546165044" sldId="263"/>
            <ac:spMk id="10" creationId="{F3263174-CB3C-B999-B8F4-641F3E222C2D}"/>
          </ac:spMkLst>
        </pc:spChg>
        <pc:spChg chg="add del mod">
          <ac:chgData name="jittegowthami@gmail.com" userId="08a4d8aa978e547a" providerId="LiveId" clId="{BA1A201D-7CED-3F7F-A142-ED72BD4BAC3F}" dt="2025-11-01T14:43:14.272" v="3009" actId="478"/>
          <ac:spMkLst>
            <pc:docMk/>
            <pc:sldMk cId="1546165044" sldId="263"/>
            <ac:spMk id="12" creationId="{11C60427-92CB-F3FE-AC78-9C7CCEFEDB6D}"/>
          </ac:spMkLst>
        </pc:spChg>
        <pc:spChg chg="add mod">
          <ac:chgData name="jittegowthami@gmail.com" userId="08a4d8aa978e547a" providerId="LiveId" clId="{BA1A201D-7CED-3F7F-A142-ED72BD4BAC3F}" dt="2025-11-01T14:43:23.956" v="3011" actId="20577"/>
          <ac:spMkLst>
            <pc:docMk/>
            <pc:sldMk cId="1546165044" sldId="263"/>
            <ac:spMk id="14" creationId="{FE0DEF49-9D40-0B9A-EA21-2D62154A3EEB}"/>
          </ac:spMkLst>
        </pc:spChg>
      </pc:sldChg>
      <pc:sldChg chg="delSp modSp new mod modClrScheme chgLayout">
        <pc:chgData name="jittegowthami@gmail.com" userId="08a4d8aa978e547a" providerId="LiveId" clId="{BA1A201D-7CED-3F7F-A142-ED72BD4BAC3F}" dt="2025-11-01T14:47:13.824" v="3275" actId="5793"/>
        <pc:sldMkLst>
          <pc:docMk/>
          <pc:sldMk cId="3776533254" sldId="263"/>
        </pc:sldMkLst>
        <pc:spChg chg="mod ord">
          <ac:chgData name="jittegowthami@gmail.com" userId="08a4d8aa978e547a" providerId="LiveId" clId="{BA1A201D-7CED-3F7F-A142-ED72BD4BAC3F}" dt="2025-11-01T14:44:45.782" v="3061" actId="14100"/>
          <ac:spMkLst>
            <pc:docMk/>
            <pc:sldMk cId="3776533254" sldId="263"/>
            <ac:spMk id="2" creationId="{CF1D3AAE-CE76-0FD8-AAF1-BCD3A3B95435}"/>
          </ac:spMkLst>
        </pc:spChg>
        <pc:spChg chg="mod ord">
          <ac:chgData name="jittegowthami@gmail.com" userId="08a4d8aa978e547a" providerId="LiveId" clId="{BA1A201D-7CED-3F7F-A142-ED72BD4BAC3F}" dt="2025-11-01T14:47:13.824" v="3275" actId="5793"/>
          <ac:spMkLst>
            <pc:docMk/>
            <pc:sldMk cId="3776533254" sldId="263"/>
            <ac:spMk id="3" creationId="{1E4083F6-4B0A-FDF9-942A-F8526F775D48}"/>
          </ac:spMkLst>
        </pc:spChg>
        <pc:spChg chg="del">
          <ac:chgData name="jittegowthami@gmail.com" userId="08a4d8aa978e547a" providerId="LiveId" clId="{BA1A201D-7CED-3F7F-A142-ED72BD4BAC3F}" dt="2025-11-01T14:43:46.119" v="3014" actId="700"/>
          <ac:spMkLst>
            <pc:docMk/>
            <pc:sldMk cId="3776533254" sldId="263"/>
            <ac:spMk id="4" creationId="{00279B02-F439-BE7C-DABD-F6BE1EEA9DC5}"/>
          </ac:spMkLst>
        </pc:spChg>
        <pc:spChg chg="del">
          <ac:chgData name="jittegowthami@gmail.com" userId="08a4d8aa978e547a" providerId="LiveId" clId="{BA1A201D-7CED-3F7F-A142-ED72BD4BAC3F}" dt="2025-11-01T14:43:46.119" v="3014" actId="700"/>
          <ac:spMkLst>
            <pc:docMk/>
            <pc:sldMk cId="3776533254" sldId="263"/>
            <ac:spMk id="5" creationId="{E1642FD1-A2AE-52E3-800D-53AA47FBD93B}"/>
          </ac:spMkLst>
        </pc:spChg>
        <pc:spChg chg="del">
          <ac:chgData name="jittegowthami@gmail.com" userId="08a4d8aa978e547a" providerId="LiveId" clId="{BA1A201D-7CED-3F7F-A142-ED72BD4BAC3F}" dt="2025-11-01T14:43:46.119" v="3014" actId="700"/>
          <ac:spMkLst>
            <pc:docMk/>
            <pc:sldMk cId="3776533254" sldId="263"/>
            <ac:spMk id="6" creationId="{DB03C81A-64C0-62B0-74A0-70B40C3128E9}"/>
          </ac:spMkLst>
        </pc:spChg>
      </pc:sldChg>
      <pc:sldChg chg="modSp new mod">
        <pc:chgData name="jittegowthami@gmail.com" userId="08a4d8aa978e547a" providerId="LiveId" clId="{BA1A201D-7CED-3F7F-A142-ED72BD4BAC3F}" dt="2025-11-01T14:50:26.737" v="3516" actId="20577"/>
        <pc:sldMkLst>
          <pc:docMk/>
          <pc:sldMk cId="3275140504" sldId="264"/>
        </pc:sldMkLst>
        <pc:spChg chg="mod">
          <ac:chgData name="jittegowthami@gmail.com" userId="08a4d8aa978e547a" providerId="LiveId" clId="{BA1A201D-7CED-3F7F-A142-ED72BD4BAC3F}" dt="2025-11-01T14:47:49.545" v="3295" actId="14100"/>
          <ac:spMkLst>
            <pc:docMk/>
            <pc:sldMk cId="3275140504" sldId="264"/>
            <ac:spMk id="2" creationId="{09EDA826-EF13-A62B-322F-98485E18ABA8}"/>
          </ac:spMkLst>
        </pc:spChg>
        <pc:spChg chg="mod">
          <ac:chgData name="jittegowthami@gmail.com" userId="08a4d8aa978e547a" providerId="LiveId" clId="{BA1A201D-7CED-3F7F-A142-ED72BD4BAC3F}" dt="2025-11-01T14:50:26.737" v="3516" actId="20577"/>
          <ac:spMkLst>
            <pc:docMk/>
            <pc:sldMk cId="3275140504" sldId="264"/>
            <ac:spMk id="3" creationId="{53AAE340-345C-A581-3A76-79B378EF0875}"/>
          </ac:spMkLst>
        </pc:spChg>
      </pc:sldChg>
      <pc:sldChg chg="addSp delSp modSp new mod">
        <pc:chgData name="jittegowthami@gmail.com" userId="08a4d8aa978e547a" providerId="LiveId" clId="{BA1A201D-7CED-3F7F-A142-ED72BD4BAC3F}" dt="2025-11-01T15:01:54.572" v="3704" actId="20577"/>
        <pc:sldMkLst>
          <pc:docMk/>
          <pc:sldMk cId="1381542610" sldId="265"/>
        </pc:sldMkLst>
        <pc:spChg chg="mod">
          <ac:chgData name="jittegowthami@gmail.com" userId="08a4d8aa978e547a" providerId="LiveId" clId="{BA1A201D-7CED-3F7F-A142-ED72BD4BAC3F}" dt="2025-11-01T14:58:38.845" v="3522" actId="14100"/>
          <ac:spMkLst>
            <pc:docMk/>
            <pc:sldMk cId="1381542610" sldId="265"/>
            <ac:spMk id="2" creationId="{F92C6138-1083-1AB9-E8C8-6BF6C0213DD6}"/>
          </ac:spMkLst>
        </pc:spChg>
        <pc:spChg chg="del">
          <ac:chgData name="jittegowthami@gmail.com" userId="08a4d8aa978e547a" providerId="LiveId" clId="{BA1A201D-7CED-3F7F-A142-ED72BD4BAC3F}" dt="2025-11-01T14:55:45.968" v="3518" actId="3680"/>
          <ac:spMkLst>
            <pc:docMk/>
            <pc:sldMk cId="1381542610" sldId="265"/>
            <ac:spMk id="3" creationId="{A71EF0AC-E064-65E5-C8EC-A97CFB70D39B}"/>
          </ac:spMkLst>
        </pc:spChg>
        <pc:spChg chg="add mod">
          <ac:chgData name="jittegowthami@gmail.com" userId="08a4d8aa978e547a" providerId="LiveId" clId="{BA1A201D-7CED-3F7F-A142-ED72BD4BAC3F}" dt="2025-11-01T15:01:54.572" v="3704" actId="20577"/>
          <ac:spMkLst>
            <pc:docMk/>
            <pc:sldMk cId="1381542610" sldId="265"/>
            <ac:spMk id="6" creationId="{CC6DEF60-9669-0EC2-6BEF-C0CB64718C0C}"/>
          </ac:spMkLst>
        </pc:spChg>
        <pc:graphicFrameChg chg="add del mod ord modGraphic">
          <ac:chgData name="jittegowthami@gmail.com" userId="08a4d8aa978e547a" providerId="LiveId" clId="{BA1A201D-7CED-3F7F-A142-ED72BD4BAC3F}" dt="2025-11-01T14:55:50.601" v="3519" actId="478"/>
          <ac:graphicFrameMkLst>
            <pc:docMk/>
            <pc:sldMk cId="1381542610" sldId="265"/>
            <ac:graphicFrameMk id="4" creationId="{DD3C8BF1-4310-79C1-A7F3-A51C1157D8AD}"/>
          </ac:graphicFrameMkLst>
        </pc:graphicFrameChg>
      </pc:sldChg>
      <pc:sldChg chg="addSp delSp modSp new mod modClrScheme chgLayout">
        <pc:chgData name="jittegowthami@gmail.com" userId="08a4d8aa978e547a" providerId="LiveId" clId="{BA1A201D-7CED-3F7F-A142-ED72BD4BAC3F}" dt="2025-11-01T15:59:26.833" v="4757" actId="207"/>
        <pc:sldMkLst>
          <pc:docMk/>
          <pc:sldMk cId="3296694735" sldId="266"/>
        </pc:sldMkLst>
        <pc:spChg chg="del mod ord">
          <ac:chgData name="jittegowthami@gmail.com" userId="08a4d8aa978e547a" providerId="LiveId" clId="{BA1A201D-7CED-3F7F-A142-ED72BD4BAC3F}" dt="2025-11-01T15:02:21.429" v="3709" actId="478"/>
          <ac:spMkLst>
            <pc:docMk/>
            <pc:sldMk cId="3296694735" sldId="266"/>
            <ac:spMk id="2" creationId="{61377DE9-1A44-E931-0E67-A104717D070F}"/>
          </ac:spMkLst>
        </pc:spChg>
        <pc:spChg chg="del mod ord">
          <ac:chgData name="jittegowthami@gmail.com" userId="08a4d8aa978e547a" providerId="LiveId" clId="{BA1A201D-7CED-3F7F-A142-ED72BD4BAC3F}" dt="2025-11-01T15:02:18.934" v="3708" actId="478"/>
          <ac:spMkLst>
            <pc:docMk/>
            <pc:sldMk cId="3296694735" sldId="266"/>
            <ac:spMk id="3" creationId="{0977ED47-6D77-B9E0-DB6A-39E10D20C8F0}"/>
          </ac:spMkLst>
        </pc:spChg>
        <pc:spChg chg="add del mod">
          <ac:chgData name="jittegowthami@gmail.com" userId="08a4d8aa978e547a" providerId="LiveId" clId="{BA1A201D-7CED-3F7F-A142-ED72BD4BAC3F}" dt="2025-11-01T15:02:39.118" v="3713" actId="478"/>
          <ac:spMkLst>
            <pc:docMk/>
            <pc:sldMk cId="3296694735" sldId="266"/>
            <ac:spMk id="5" creationId="{8509AD5A-BA42-F353-017F-CB0C9828FB7D}"/>
          </ac:spMkLst>
        </pc:spChg>
        <pc:spChg chg="add mod">
          <ac:chgData name="jittegowthami@gmail.com" userId="08a4d8aa978e547a" providerId="LiveId" clId="{BA1A201D-7CED-3F7F-A142-ED72BD4BAC3F}" dt="2025-11-01T15:59:26.833" v="4757" actId="207"/>
          <ac:spMkLst>
            <pc:docMk/>
            <pc:sldMk cId="3296694735" sldId="266"/>
            <ac:spMk id="7" creationId="{0C6450D2-08A1-81B3-17C2-84185808070C}"/>
          </ac:spMkLst>
        </pc:spChg>
      </pc:sldChg>
      <pc:sldChg chg="addSp delSp modSp new del mod modClrScheme chgLayout">
        <pc:chgData name="jittegowthami@gmail.com" userId="08a4d8aa978e547a" providerId="LiveId" clId="{BA1A201D-7CED-3F7F-A142-ED72BD4BAC3F}" dt="2025-11-01T16:39:32.089" v="4980" actId="2696"/>
        <pc:sldMkLst>
          <pc:docMk/>
          <pc:sldMk cId="456985381" sldId="267"/>
        </pc:sldMkLst>
        <pc:spChg chg="del mod ord">
          <ac:chgData name="jittegowthami@gmail.com" userId="08a4d8aa978e547a" providerId="LiveId" clId="{BA1A201D-7CED-3F7F-A142-ED72BD4BAC3F}" dt="2025-11-01T16:39:22.451" v="4978" actId="478"/>
          <ac:spMkLst>
            <pc:docMk/>
            <pc:sldMk cId="456985381" sldId="267"/>
            <ac:spMk id="2" creationId="{7F49CEA1-45AE-5A9F-A012-195A2BA11140}"/>
          </ac:spMkLst>
        </pc:spChg>
        <pc:spChg chg="del mod ord">
          <ac:chgData name="jittegowthami@gmail.com" userId="08a4d8aa978e547a" providerId="LiveId" clId="{BA1A201D-7CED-3F7F-A142-ED72BD4BAC3F}" dt="2025-11-01T16:39:04.160" v="4974" actId="700"/>
          <ac:spMkLst>
            <pc:docMk/>
            <pc:sldMk cId="456985381" sldId="267"/>
            <ac:spMk id="3" creationId="{01F7B3C3-2384-058C-F67A-0B94C79E3E07}"/>
          </ac:spMkLst>
        </pc:spChg>
        <pc:spChg chg="add del mod ord">
          <ac:chgData name="jittegowthami@gmail.com" userId="08a4d8aa978e547a" providerId="LiveId" clId="{BA1A201D-7CED-3F7F-A142-ED72BD4BAC3F}" dt="2025-11-01T16:39:18.117" v="4977" actId="478"/>
          <ac:spMkLst>
            <pc:docMk/>
            <pc:sldMk cId="456985381" sldId="267"/>
            <ac:spMk id="4" creationId="{57488B2C-1BB9-70A4-0F03-CD8C44BB5EC7}"/>
          </ac:spMkLst>
        </pc:spChg>
        <pc:spChg chg="add">
          <ac:chgData name="jittegowthami@gmail.com" userId="08a4d8aa978e547a" providerId="LiveId" clId="{BA1A201D-7CED-3F7F-A142-ED72BD4BAC3F}" dt="2025-11-01T16:39:24.679" v="4979" actId="22"/>
          <ac:spMkLst>
            <pc:docMk/>
            <pc:sldMk cId="456985381" sldId="267"/>
            <ac:spMk id="6" creationId="{40F7F4C0-F97A-6064-1274-1C4FDD4687B0}"/>
          </ac:spMkLst>
        </pc:spChg>
      </pc:sldChg>
      <pc:sldChg chg="addSp delSp modSp new del mod modClrScheme chgLayout">
        <pc:chgData name="jittegowthami@gmail.com" userId="08a4d8aa978e547a" providerId="LiveId" clId="{BA1A201D-7CED-3F7F-A142-ED72BD4BAC3F}" dt="2025-11-01T16:38:39.968" v="4971" actId="2696"/>
        <pc:sldMkLst>
          <pc:docMk/>
          <pc:sldMk cId="2014297533" sldId="267"/>
        </pc:sldMkLst>
        <pc:spChg chg="del mod ord">
          <ac:chgData name="jittegowthami@gmail.com" userId="08a4d8aa978e547a" providerId="LiveId" clId="{BA1A201D-7CED-3F7F-A142-ED72BD4BAC3F}" dt="2025-11-01T15:11:42.438" v="4530" actId="478"/>
          <ac:spMkLst>
            <pc:docMk/>
            <pc:sldMk cId="2014297533" sldId="267"/>
            <ac:spMk id="2" creationId="{4EBF0111-6BA1-FD0F-C9A5-E0494B1BE9FD}"/>
          </ac:spMkLst>
        </pc:spChg>
        <pc:spChg chg="add del mod">
          <ac:chgData name="jittegowthami@gmail.com" userId="08a4d8aa978e547a" providerId="LiveId" clId="{BA1A201D-7CED-3F7F-A142-ED72BD4BAC3F}" dt="2025-11-01T16:37:08.068" v="4945" actId="478"/>
          <ac:spMkLst>
            <pc:docMk/>
            <pc:sldMk cId="2014297533" sldId="267"/>
            <ac:spMk id="3" creationId="{5F556AD6-F49F-48FE-96ED-666FE0ECC1D2}"/>
          </ac:spMkLst>
        </pc:spChg>
        <pc:spChg chg="del mod ord">
          <ac:chgData name="jittegowthami@gmail.com" userId="08a4d8aa978e547a" providerId="LiveId" clId="{BA1A201D-7CED-3F7F-A142-ED72BD4BAC3F}" dt="2025-11-01T16:19:30.643" v="4847" actId="478"/>
          <ac:spMkLst>
            <pc:docMk/>
            <pc:sldMk cId="2014297533" sldId="267"/>
            <ac:spMk id="3" creationId="{F1C0E1E0-A0F1-FF3F-2CC0-0D1A7546B3EC}"/>
          </ac:spMkLst>
        </pc:spChg>
        <pc:spChg chg="add del">
          <ac:chgData name="jittegowthami@gmail.com" userId="08a4d8aa978e547a" providerId="LiveId" clId="{BA1A201D-7CED-3F7F-A142-ED72BD4BAC3F}" dt="2025-11-01T15:55:10.760" v="4710" actId="478"/>
          <ac:spMkLst>
            <pc:docMk/>
            <pc:sldMk cId="2014297533" sldId="267"/>
            <ac:spMk id="4" creationId="{D110D0E5-C78D-F90A-C058-98B9A4FDA12A}"/>
          </ac:spMkLst>
        </pc:spChg>
        <pc:spChg chg="add mod">
          <ac:chgData name="jittegowthami@gmail.com" userId="08a4d8aa978e547a" providerId="LiveId" clId="{BA1A201D-7CED-3F7F-A142-ED72BD4BAC3F}" dt="2025-11-01T16:38:29.893" v="4970" actId="20577"/>
          <ac:spMkLst>
            <pc:docMk/>
            <pc:sldMk cId="2014297533" sldId="267"/>
            <ac:spMk id="4" creationId="{F2797161-B18F-DC7D-782A-31A24595B79B}"/>
          </ac:spMkLst>
        </pc:spChg>
      </pc:sldChg>
      <pc:sldChg chg="addSp delSp modSp new mod modClrScheme chgLayout">
        <pc:chgData name="jittegowthami@gmail.com" userId="08a4d8aa978e547a" providerId="LiveId" clId="{BA1A201D-7CED-3F7F-A142-ED72BD4BAC3F}" dt="2025-11-02T04:38:06.714" v="5089" actId="14100"/>
        <pc:sldMkLst>
          <pc:docMk/>
          <pc:sldMk cId="2250516819" sldId="267"/>
        </pc:sldMkLst>
        <pc:spChg chg="del mod ord">
          <ac:chgData name="jittegowthami@gmail.com" userId="08a4d8aa978e547a" providerId="LiveId" clId="{BA1A201D-7CED-3F7F-A142-ED72BD4BAC3F}" dt="2025-11-01T16:39:39.335" v="4983" actId="478"/>
          <ac:spMkLst>
            <pc:docMk/>
            <pc:sldMk cId="2250516819" sldId="267"/>
            <ac:spMk id="2" creationId="{E2CFD67D-FC4F-59B7-E519-6837A6AC69EA}"/>
          </ac:spMkLst>
        </pc:spChg>
        <pc:spChg chg="del mod ord">
          <ac:chgData name="jittegowthami@gmail.com" userId="08a4d8aa978e547a" providerId="LiveId" clId="{BA1A201D-7CED-3F7F-A142-ED72BD4BAC3F}" dt="2025-11-02T04:35:32.009" v="5051" actId="478"/>
          <ac:spMkLst>
            <pc:docMk/>
            <pc:sldMk cId="2250516819" sldId="267"/>
            <ac:spMk id="3" creationId="{CCD760E1-A856-D563-57B6-EEA25FB014C6}"/>
          </ac:spMkLst>
        </pc:spChg>
        <pc:spChg chg="add mod">
          <ac:chgData name="jittegowthami@gmail.com" userId="08a4d8aa978e547a" providerId="LiveId" clId="{BA1A201D-7CED-3F7F-A142-ED72BD4BAC3F}" dt="2025-11-02T04:38:06.714" v="5089" actId="14100"/>
          <ac:spMkLst>
            <pc:docMk/>
            <pc:sldMk cId="2250516819" sldId="267"/>
            <ac:spMk id="4" creationId="{8F04558B-ACE9-75FF-7E84-1A179B6A34DC}"/>
          </ac:spMkLst>
        </pc:spChg>
      </pc:sldChg>
      <pc:sldChg chg="delSp modSp new mod modClrScheme chgLayout">
        <pc:chgData name="jittegowthami@gmail.com" userId="08a4d8aa978e547a" providerId="LiveId" clId="{BA1A201D-7CED-3F7F-A142-ED72BD4BAC3F}" dt="2025-11-02T04:37:55.671" v="5087" actId="14100"/>
        <pc:sldMkLst>
          <pc:docMk/>
          <pc:sldMk cId="3098559101" sldId="268"/>
        </pc:sldMkLst>
        <pc:spChg chg="del mod ord">
          <ac:chgData name="jittegowthami@gmail.com" userId="08a4d8aa978e547a" providerId="LiveId" clId="{BA1A201D-7CED-3F7F-A142-ED72BD4BAC3F}" dt="2025-11-02T04:37:48.677" v="5084" actId="478"/>
          <ac:spMkLst>
            <pc:docMk/>
            <pc:sldMk cId="3098559101" sldId="268"/>
            <ac:spMk id="2" creationId="{AF4F86D8-41C1-0CC8-2E32-6F6EEBF512B3}"/>
          </ac:spMkLst>
        </pc:spChg>
        <pc:spChg chg="mod ord">
          <ac:chgData name="jittegowthami@gmail.com" userId="08a4d8aa978e547a" providerId="LiveId" clId="{BA1A201D-7CED-3F7F-A142-ED72BD4BAC3F}" dt="2025-11-02T04:37:55.671" v="5087" actId="14100"/>
          <ac:spMkLst>
            <pc:docMk/>
            <pc:sldMk cId="3098559101" sldId="268"/>
            <ac:spMk id="3" creationId="{B0791E48-7B92-5FEE-355C-76E1626DF863}"/>
          </ac:spMkLst>
        </pc:spChg>
      </pc:sldChg>
      <pc:sldChg chg="new">
        <pc:chgData name="jittegowthami@gmail.com" userId="08a4d8aa978e547a" providerId="LiveId" clId="{BA1A201D-7CED-3F7F-A142-ED72BD4BAC3F}" dt="2025-11-02T04:39:03.696" v="5104" actId="680"/>
        <pc:sldMkLst>
          <pc:docMk/>
          <pc:sldMk cId="1244600123" sldId="269"/>
        </pc:sldMkLst>
      </pc:sldChg>
      <pc:sldChg chg="delSp modSp new del mod modClrScheme chgLayout">
        <pc:chgData name="jittegowthami@gmail.com" userId="08a4d8aa978e547a" providerId="LiveId" clId="{BA1A201D-7CED-3F7F-A142-ED72BD4BAC3F}" dt="2025-11-02T04:39:02.801" v="5103" actId="2696"/>
        <pc:sldMkLst>
          <pc:docMk/>
          <pc:sldMk cId="1973811460" sldId="269"/>
        </pc:sldMkLst>
        <pc:spChg chg="del mod ord">
          <ac:chgData name="jittegowthami@gmail.com" userId="08a4d8aa978e547a" providerId="LiveId" clId="{BA1A201D-7CED-3F7F-A142-ED72BD4BAC3F}" dt="2025-11-02T04:38:51.606" v="5100" actId="478"/>
          <ac:spMkLst>
            <pc:docMk/>
            <pc:sldMk cId="1973811460" sldId="269"/>
            <ac:spMk id="2" creationId="{5C9F6F2A-A27E-23D7-B02F-58E106853134}"/>
          </ac:spMkLst>
        </pc:spChg>
        <pc:spChg chg="mod ord">
          <ac:chgData name="jittegowthami@gmail.com" userId="08a4d8aa978e547a" providerId="LiveId" clId="{BA1A201D-7CED-3F7F-A142-ED72BD4BAC3F}" dt="2025-11-02T04:38:56.787" v="5102" actId="1076"/>
          <ac:spMkLst>
            <pc:docMk/>
            <pc:sldMk cId="1973811460" sldId="269"/>
            <ac:spMk id="3" creationId="{6A41793A-8615-82C1-FA73-7F7ACA752EFF}"/>
          </ac:spMkLst>
        </pc:spChg>
      </pc:sldChg>
      <pc:sldChg chg="modSp new del mod chgLayout">
        <pc:chgData name="jittegowthami@gmail.com" userId="08a4d8aa978e547a" providerId="LiveId" clId="{BA1A201D-7CED-3F7F-A142-ED72BD4BAC3F}" dt="2025-11-02T04:38:47.352" v="5098" actId="2696"/>
        <pc:sldMkLst>
          <pc:docMk/>
          <pc:sldMk cId="129619671" sldId="270"/>
        </pc:sldMkLst>
        <pc:spChg chg="mod ord">
          <ac:chgData name="jittegowthami@gmail.com" userId="08a4d8aa978e547a" providerId="LiveId" clId="{BA1A201D-7CED-3F7F-A142-ED72BD4BAC3F}" dt="2025-11-02T04:38:44.575" v="5097" actId="1076"/>
          <ac:spMkLst>
            <pc:docMk/>
            <pc:sldMk cId="129619671" sldId="270"/>
            <ac:spMk id="2" creationId="{36B07C77-B348-076D-E492-62D3E7E8E2B1}"/>
          </ac:spMkLst>
        </pc:spChg>
        <pc:spChg chg="mod ord">
          <ac:chgData name="jittegowthami@gmail.com" userId="08a4d8aa978e547a" providerId="LiveId" clId="{BA1A201D-7CED-3F7F-A142-ED72BD4BAC3F}" dt="2025-11-02T04:38:35.367" v="5094" actId="700"/>
          <ac:spMkLst>
            <pc:docMk/>
            <pc:sldMk cId="129619671" sldId="270"/>
            <ac:spMk id="3" creationId="{6F79D73D-7981-99E8-1066-A5A9BBB7147B}"/>
          </ac:spMkLst>
        </pc:spChg>
      </pc:sldChg>
      <pc:sldChg chg="delSp modSp new del mod modClrScheme chgLayout">
        <pc:chgData name="jittegowthami@gmail.com" userId="08a4d8aa978e547a" providerId="LiveId" clId="{BA1A201D-7CED-3F7F-A142-ED72BD4BAC3F}" dt="2025-11-02T04:38:28.060" v="5092" actId="2696"/>
        <pc:sldMkLst>
          <pc:docMk/>
          <pc:sldMk cId="150668717" sldId="270"/>
        </pc:sldMkLst>
        <pc:spChg chg="del mod ord">
          <ac:chgData name="jittegowthami@gmail.com" userId="08a4d8aa978e547a" providerId="LiveId" clId="{BA1A201D-7CED-3F7F-A142-ED72BD4BAC3F}" dt="2025-11-02T04:38:25.812" v="5091" actId="478"/>
          <ac:spMkLst>
            <pc:docMk/>
            <pc:sldMk cId="150668717" sldId="270"/>
            <ac:spMk id="2" creationId="{947ABFBC-D30F-6A24-C930-5415D237AF54}"/>
          </ac:spMkLst>
        </pc:spChg>
        <pc:spChg chg="mod ord">
          <ac:chgData name="jittegowthami@gmail.com" userId="08a4d8aa978e547a" providerId="LiveId" clId="{BA1A201D-7CED-3F7F-A142-ED72BD4BAC3F}" dt="2025-11-02T04:38:20.415" v="5090" actId="700"/>
          <ac:spMkLst>
            <pc:docMk/>
            <pc:sldMk cId="150668717" sldId="270"/>
            <ac:spMk id="3" creationId="{EAA152CE-6A7B-8874-47D9-62479C65A92D}"/>
          </ac:spMkLst>
        </pc:spChg>
      </pc:sldChg>
      <pc:sldChg chg="addSp delSp modSp new mod modClrScheme chgLayout">
        <pc:chgData name="jittegowthami@gmail.com" userId="08a4d8aa978e547a" providerId="LiveId" clId="{BA1A201D-7CED-3F7F-A142-ED72BD4BAC3F}" dt="2025-11-02T04:40:26.775" v="5149" actId="14100"/>
        <pc:sldMkLst>
          <pc:docMk/>
          <pc:sldMk cId="567939605" sldId="270"/>
        </pc:sldMkLst>
        <pc:spChg chg="del mod ord">
          <ac:chgData name="jittegowthami@gmail.com" userId="08a4d8aa978e547a" providerId="LiveId" clId="{BA1A201D-7CED-3F7F-A142-ED72BD4BAC3F}" dt="2025-11-02T04:39:16.884" v="5109" actId="478"/>
          <ac:spMkLst>
            <pc:docMk/>
            <pc:sldMk cId="567939605" sldId="270"/>
            <ac:spMk id="2" creationId="{4C778520-20FD-7115-B87B-E15D43524B3B}"/>
          </ac:spMkLst>
        </pc:spChg>
        <pc:spChg chg="del mod ord">
          <ac:chgData name="jittegowthami@gmail.com" userId="08a4d8aa978e547a" providerId="LiveId" clId="{BA1A201D-7CED-3F7F-A142-ED72BD4BAC3F}" dt="2025-11-02T04:40:23.016" v="5147" actId="478"/>
          <ac:spMkLst>
            <pc:docMk/>
            <pc:sldMk cId="567939605" sldId="270"/>
            <ac:spMk id="3" creationId="{91E11BF7-1EC4-AD5D-9682-E48CDD5B8C99}"/>
          </ac:spMkLst>
        </pc:spChg>
        <pc:spChg chg="add del">
          <ac:chgData name="jittegowthami@gmail.com" userId="08a4d8aa978e547a" providerId="LiveId" clId="{BA1A201D-7CED-3F7F-A142-ED72BD4BAC3F}" dt="2025-11-02T04:39:15.019" v="5108" actId="478"/>
          <ac:spMkLst>
            <pc:docMk/>
            <pc:sldMk cId="567939605" sldId="270"/>
            <ac:spMk id="5" creationId="{A3E6A561-59AF-A1CC-D25B-D57475E847C9}"/>
          </ac:spMkLst>
        </pc:spChg>
        <pc:spChg chg="add mod">
          <ac:chgData name="jittegowthami@gmail.com" userId="08a4d8aa978e547a" providerId="LiveId" clId="{BA1A201D-7CED-3F7F-A142-ED72BD4BAC3F}" dt="2025-11-02T04:40:26.775" v="5149" actId="14100"/>
          <ac:spMkLst>
            <pc:docMk/>
            <pc:sldMk cId="567939605" sldId="270"/>
            <ac:spMk id="7" creationId="{1D8F238E-8AB5-EEC7-9D5B-DF7597230E7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A12A-0853-FA5F-267B-ED113C5B5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5607" y="891916"/>
            <a:ext cx="9107278" cy="1937822"/>
          </a:xfrm>
        </p:spPr>
        <p:txBody>
          <a:bodyPr/>
          <a:lstStyle/>
          <a:p>
            <a:r>
              <a:rPr lang="en-IN" b="1" dirty="0"/>
              <a:t>Congestion control </a:t>
            </a:r>
            <a:br>
              <a:rPr lang="en-IN" b="1" dirty="0"/>
            </a:b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E584C0-B442-3ED0-86F9-74312A66FB49}"/>
              </a:ext>
            </a:extLst>
          </p:cNvPr>
          <p:cNvSpPr txBox="1"/>
          <p:nvPr/>
        </p:nvSpPr>
        <p:spPr>
          <a:xfrm>
            <a:off x="8660260" y="3793353"/>
            <a:ext cx="60947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2"/>
                </a:solidFill>
              </a:rPr>
              <a:t>24D25A0507</a:t>
            </a:r>
          </a:p>
          <a:p>
            <a:pPr>
              <a:buNone/>
            </a:pPr>
            <a:r>
              <a:rPr lang="en-IN" dirty="0">
                <a:solidFill>
                  <a:schemeClr val="bg2"/>
                </a:solidFill>
              </a:rPr>
              <a:t>24D25A0508</a:t>
            </a:r>
          </a:p>
          <a:p>
            <a:pPr>
              <a:buNone/>
            </a:pPr>
            <a:r>
              <a:rPr lang="en-IN" dirty="0">
                <a:solidFill>
                  <a:schemeClr val="bg2"/>
                </a:solidFill>
              </a:rPr>
              <a:t>24D25A0509</a:t>
            </a:r>
          </a:p>
          <a:p>
            <a:pPr>
              <a:buNone/>
            </a:pPr>
            <a:r>
              <a:rPr lang="en-IN" dirty="0">
                <a:solidFill>
                  <a:schemeClr val="bg2"/>
                </a:solidFill>
              </a:rPr>
              <a:t>24D25A0510</a:t>
            </a:r>
          </a:p>
          <a:p>
            <a:pPr>
              <a:buNone/>
            </a:pPr>
            <a:r>
              <a:rPr lang="en-IN" dirty="0">
                <a:solidFill>
                  <a:schemeClr val="bg2"/>
                </a:solidFill>
              </a:rPr>
              <a:t>M3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23E98C-4858-9499-9E32-65FCFE73E8DA}"/>
              </a:ext>
            </a:extLst>
          </p:cNvPr>
          <p:cNvSpPr txBox="1"/>
          <p:nvPr/>
        </p:nvSpPr>
        <p:spPr>
          <a:xfrm>
            <a:off x="8503555" y="3424021"/>
            <a:ext cx="737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2"/>
                </a:solidFill>
              </a:rPr>
              <a:t>Presentation by</a:t>
            </a:r>
          </a:p>
        </p:txBody>
      </p:sp>
    </p:spTree>
    <p:extLst>
      <p:ext uri="{BB962C8B-B14F-4D97-AF65-F5344CB8AC3E}">
        <p14:creationId xmlns:p14="http://schemas.microsoft.com/office/powerpoint/2010/main" val="11776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C883-47B7-FFE9-B245-A35443B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051" y="838200"/>
            <a:ext cx="6367283" cy="735838"/>
          </a:xfrm>
        </p:spPr>
        <p:txBody>
          <a:bodyPr/>
          <a:lstStyle/>
          <a:p>
            <a:r>
              <a:rPr lang="en-IN" b="1" dirty="0"/>
              <a:t>Introduction </a:t>
            </a:r>
            <a:endParaRPr lang="en-US" b="1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396AC93-F14D-F932-4235-9DB9A1571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025" y="2826479"/>
            <a:ext cx="8825659" cy="341630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2">
                    <a:lumMod val="10000"/>
                  </a:schemeClr>
                </a:solidFill>
              </a:rPr>
              <a:t>Congestion occurs when network resources are overloaded.</a:t>
            </a:r>
          </a:p>
          <a:p>
            <a:r>
              <a:rPr lang="en-IN" sz="2400" b="1" dirty="0">
                <a:solidFill>
                  <a:schemeClr val="bg2">
                    <a:lumMod val="10000"/>
                  </a:schemeClr>
                </a:solidFill>
              </a:rPr>
              <a:t>Leads to packet loss,delay &amp;reduced performance.</a:t>
            </a:r>
          </a:p>
          <a:p>
            <a:r>
              <a:rPr lang="en-IN" sz="2400" b="1" dirty="0">
                <a:solidFill>
                  <a:schemeClr val="bg2">
                    <a:lumMod val="10000"/>
                  </a:schemeClr>
                </a:solidFill>
              </a:rPr>
              <a:t>Congestion control manages traffic to avoid overload.</a:t>
            </a: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61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889B-A241-3548-115D-145326D3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193" y="968271"/>
            <a:ext cx="8761413" cy="706964"/>
          </a:xfrm>
        </p:spPr>
        <p:txBody>
          <a:bodyPr/>
          <a:lstStyle/>
          <a:p>
            <a:r>
              <a:rPr lang="en-IN" dirty="0"/>
              <a:t>What is congestion?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91558-F5EA-5C09-F3EB-5BC5B65D7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Congestion when demands&gt; network capacity.</a:t>
            </a:r>
          </a:p>
          <a:p>
            <a:r>
              <a:rPr lang="en-IN" sz="2400" b="1" dirty="0"/>
              <a:t>Causes buffering, queuing delays ,packet drops.</a:t>
            </a:r>
          </a:p>
          <a:p>
            <a:r>
              <a:rPr lang="en-IN" sz="2400" b="1" dirty="0"/>
              <a:t>Affects QOS (Quality of service).</a:t>
            </a:r>
          </a:p>
          <a:p>
            <a:r>
              <a:rPr lang="en-IN" sz="2400" b="1" dirty="0"/>
              <a:t>Congestion control techniques are used to prevent or reduce congestion.</a:t>
            </a:r>
          </a:p>
        </p:txBody>
      </p:sp>
    </p:spTree>
    <p:extLst>
      <p:ext uri="{BB962C8B-B14F-4D97-AF65-F5344CB8AC3E}">
        <p14:creationId xmlns:p14="http://schemas.microsoft.com/office/powerpoint/2010/main" val="321376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59D3F-D3E0-2920-DD44-36E09323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523" y="899342"/>
            <a:ext cx="8761413" cy="706964"/>
          </a:xfrm>
        </p:spPr>
        <p:txBody>
          <a:bodyPr/>
          <a:lstStyle/>
          <a:p>
            <a:r>
              <a:rPr lang="en-IN" dirty="0"/>
              <a:t>Effects of congestion control 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1966B22-9B3A-2F8D-713C-ACC89A6F1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2400" b="1" dirty="0"/>
              <a:t>Improved network stability: </a:t>
            </a:r>
            <a:r>
              <a:rPr lang="en-IN" sz="2400" dirty="0"/>
              <a:t>prevents overload and keeps the network running smoothly.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Reduced latency and packet loss </a:t>
            </a:r>
            <a:r>
              <a:rPr lang="en-IN" sz="2400" dirty="0"/>
              <a:t>Ensures data is delivered faster with fewer retransmissions.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Enhanced </a:t>
            </a:r>
            <a:r>
              <a:rPr lang="en-IN" sz="2400" b="1" dirty="0" err="1"/>
              <a:t>throughpu</a:t>
            </a:r>
            <a:r>
              <a:rPr lang="en-IN" sz="2400" b="1" dirty="0"/>
              <a:t>: </a:t>
            </a:r>
            <a:r>
              <a:rPr lang="en-IN" sz="2400" dirty="0"/>
              <a:t>Maximize the volume of data successful transferred in a given time.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Better User Experience: </a:t>
            </a:r>
            <a:r>
              <a:rPr lang="en-IN" sz="2400" dirty="0"/>
              <a:t>provides faster access to websites, applications, and services.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6412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5A30D3-CC26-5965-B0C3-31000EFFC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451" y="3881835"/>
            <a:ext cx="3208630" cy="1989313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E71D6AD-3D5A-87CC-64ED-1187B0744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853" y="838200"/>
            <a:ext cx="7469800" cy="685490"/>
          </a:xfrm>
        </p:spPr>
        <p:txBody>
          <a:bodyPr/>
          <a:lstStyle/>
          <a:p>
            <a:r>
              <a:rPr lang="en-IN" dirty="0"/>
              <a:t>Congestion control Algorithms 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142DAF1-0FE1-BFEF-4185-68BAE66F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b="1" dirty="0"/>
              <a:t>Leaky Bucket Algorithm: </a:t>
            </a:r>
            <a:r>
              <a:rPr lang="en-IN" dirty="0"/>
              <a:t>The leaky bucket algorithm controls the flow of packets by sending them out at a constant, fixed rate, regardless of incoming burst traffic. Packets are placed into a bucket (queue), and if the bucket overflows, excess packets are discarded. This ensures smooth traffic but wastes bandwidth during idle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41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BC4A7-B064-6F7E-BFCB-DA475086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Congestion control Algorithms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9863E-53D4-0BEF-32CF-974129820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2. </a:t>
            </a:r>
            <a:r>
              <a:rPr lang="en-IN" b="1" dirty="0"/>
              <a:t>Token Bucket Algorithm</a:t>
            </a:r>
            <a:r>
              <a:rPr lang="en-IN" dirty="0"/>
              <a:t>: The token bucket algorithm allows more flexibility by generating tokens at a fixed rate. A packet can only be transmitted if a token is available, and each packet consumes one token. If enough tokens accumulate, burst traffic can be sent quickly, making it better for handling variable traffic patterns without unnecessary drops.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4F721-9464-2AA0-89DF-F31D874FF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606" y="3882916"/>
            <a:ext cx="4735244" cy="213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63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2B8A9-312C-863E-F754-D2E47E1AE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Leaky Bucket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5D03F-04A6-B711-F212-FD06EE803F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err="1"/>
              <a:t>Smooths</a:t>
            </a:r>
            <a:r>
              <a:rPr lang="en-IN" dirty="0"/>
              <a:t> traffic by enforcing a constant rate.</a:t>
            </a:r>
          </a:p>
          <a:p>
            <a:r>
              <a:rPr lang="en-IN" dirty="0"/>
              <a:t>Uses a leaky bucket to control data transmission.</a:t>
            </a:r>
          </a:p>
          <a:p>
            <a:r>
              <a:rPr lang="en-IN" dirty="0"/>
              <a:t>More rigid, enforces a steady rate.</a:t>
            </a:r>
          </a:p>
          <a:p>
            <a:r>
              <a:rPr lang="en-IN" dirty="0"/>
              <a:t>Limited buffering, excess data is dropped.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DF55F-3C32-2ED3-00B3-C4C07FF9E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Token Bucket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D0D52-B40D-3C03-C0AD-983387D7AF3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Allows for burst traffic by saving tokens.</a:t>
            </a:r>
          </a:p>
          <a:p>
            <a:r>
              <a:rPr lang="en-IN" dirty="0"/>
              <a:t>Uses tokens to control data transmission.</a:t>
            </a:r>
          </a:p>
          <a:p>
            <a:r>
              <a:rPr lang="en-IN" dirty="0"/>
              <a:t>More flexible with bursts.</a:t>
            </a:r>
          </a:p>
          <a:p>
            <a:r>
              <a:rPr lang="en-IN" dirty="0"/>
              <a:t>Data can be buffered until tokens are available.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C98E3EF-6736-CB56-CCEC-BBA327802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005" y="838199"/>
            <a:ext cx="8761413" cy="706964"/>
          </a:xfrm>
        </p:spPr>
        <p:txBody>
          <a:bodyPr/>
          <a:lstStyle/>
          <a:p>
            <a:r>
              <a:rPr lang="en-IN" dirty="0"/>
              <a:t>Leaky Bucket vs Token Bucket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6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3AAE-CE76-0FD8-AAF1-BCD3A3B9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2626" y="390213"/>
            <a:ext cx="8491787" cy="1560854"/>
          </a:xfrm>
        </p:spPr>
        <p:txBody>
          <a:bodyPr/>
          <a:lstStyle/>
          <a:p>
            <a:r>
              <a:rPr lang="en-IN" dirty="0"/>
              <a:t>Advantages of congestion control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083F6-4B0A-FDF9-942A-F8526F77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Ensures stable and reliable operation of network.</a:t>
            </a:r>
          </a:p>
          <a:p>
            <a:r>
              <a:rPr lang="en-IN" dirty="0"/>
              <a:t>Reduced delays and retransmissions.</a:t>
            </a:r>
          </a:p>
          <a:p>
            <a:r>
              <a:rPr lang="en-IN" dirty="0"/>
              <a:t>Minimizes data loss.</a:t>
            </a:r>
          </a:p>
          <a:p>
            <a:r>
              <a:rPr lang="en-IN" dirty="0"/>
              <a:t>Optimizes resource utilization.</a:t>
            </a:r>
          </a:p>
          <a:p>
            <a:r>
              <a:rPr lang="en-IN" dirty="0"/>
              <a:t>Scales well with growing networks.</a:t>
            </a:r>
          </a:p>
          <a:p>
            <a:r>
              <a:rPr lang="en-IN" dirty="0"/>
              <a:t>Adapts to changing traffic conditions.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53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DA826-EF13-A62B-322F-98485E18A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381" y="973668"/>
            <a:ext cx="8563218" cy="531441"/>
          </a:xfrm>
        </p:spPr>
        <p:txBody>
          <a:bodyPr/>
          <a:lstStyle/>
          <a:p>
            <a:r>
              <a:rPr lang="en-IN" dirty="0"/>
              <a:t>Disadvantages of congestion control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E340-345C-A581-3A76-79B378EF0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Adds complexity to network design.</a:t>
            </a:r>
          </a:p>
          <a:p>
            <a:r>
              <a:rPr lang="en-IN" dirty="0"/>
              <a:t>May introduce overhead in processing.</a:t>
            </a:r>
          </a:p>
          <a:p>
            <a:r>
              <a:rPr lang="en-IN" dirty="0"/>
              <a:t>Can be sensitive to network conditions.</a:t>
            </a:r>
          </a:p>
          <a:p>
            <a:r>
              <a:rPr lang="en-IN" dirty="0"/>
              <a:t>May struggle with resource prioritization in critical scenarios.</a:t>
            </a:r>
          </a:p>
          <a:p>
            <a:r>
              <a:rPr lang="en-IN" dirty="0"/>
              <a:t>Effectiveness depends on modern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27514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6138-1083-1AB9-E8C8-6BF6C021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7"/>
            <a:ext cx="9417970" cy="475697"/>
          </a:xfrm>
        </p:spPr>
        <p:txBody>
          <a:bodyPr/>
          <a:lstStyle/>
          <a:p>
            <a:r>
              <a:rPr lang="en-IN"/>
              <a:t>Congestion Control in Datagram Subnets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6DEF60-9669-0EC2-6BEF-C0CB64718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Congestion control in data-gram and subnets:</a:t>
            </a:r>
            <a:r>
              <a:rPr lang="en-IN" dirty="0"/>
              <a:t>
Some congestion Control approaches which can be used in the datagram Subnet (and also in virtual circuit subnets) are given under. </a:t>
            </a:r>
          </a:p>
          <a:p>
            <a:pPr>
              <a:buFont typeface="+mj-lt"/>
              <a:buAutoNum type="arabicPeriod"/>
            </a:pPr>
            <a:r>
              <a:rPr lang="en-IN" dirty="0"/>
              <a:t>Choke packets</a:t>
            </a:r>
          </a:p>
          <a:p>
            <a:pPr>
              <a:buFont typeface="+mj-lt"/>
              <a:buAutoNum type="arabicPeriod"/>
            </a:pPr>
            <a:r>
              <a:rPr lang="en-IN" dirty="0"/>
              <a:t>Load shedding </a:t>
            </a:r>
          </a:p>
          <a:p>
            <a:pPr>
              <a:buFont typeface="+mj-lt"/>
              <a:buAutoNum type="arabicPeriod"/>
            </a:pPr>
            <a:r>
              <a:rPr lang="en-IN" dirty="0"/>
              <a:t>Jitter control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42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6450D2-08A1-81B3-17C2-84185808070C}"/>
              </a:ext>
            </a:extLst>
          </p:cNvPr>
          <p:cNvSpPr txBox="1"/>
          <p:nvPr/>
        </p:nvSpPr>
        <p:spPr>
          <a:xfrm>
            <a:off x="1021987" y="1176965"/>
            <a:ext cx="97924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1.CHOKE PACKET: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 choke packet is a packet sent by a node to the. Source to inform it of that congestion had occurred on the network.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Message is sent from congestion node directly to the source station without informing the intermediate routers.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The router will check each newly arriving packet to see if it’s output line is in the warning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If it is in the warning State then the router will send back choke packets </a:t>
            </a:r>
          </a:p>
        </p:txBody>
      </p:sp>
    </p:spTree>
    <p:extLst>
      <p:ext uri="{BB962C8B-B14F-4D97-AF65-F5344CB8AC3E}">
        <p14:creationId xmlns:p14="http://schemas.microsoft.com/office/powerpoint/2010/main" val="329669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8F04558B-ACE9-75FF-7E84-1A179B6A3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1170640"/>
            <a:ext cx="9343643" cy="446816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2. Load shedding: 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516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91E48-7B92-5FEE-355C-76E1626DF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356456"/>
            <a:ext cx="9659530" cy="42823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59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6797-A032-626F-FFBD-8D584C6B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38916-AE7B-ABEB-20E1-B13626D98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0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1D8F238E-8AB5-EEC7-9D5B-DF7597230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1152059"/>
            <a:ext cx="9715275" cy="448674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396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9" id="{ED3996BA-162B-43C7-B0E2-A5CA4E649741}" vid="{187088E4-27D7-4455-856F-4A44258D82E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 Boardroom</vt:lpstr>
      <vt:lpstr>Congestion control  </vt:lpstr>
      <vt:lpstr>Introduction </vt:lpstr>
      <vt:lpstr>What is congestion?</vt:lpstr>
      <vt:lpstr>Effects of congestion control </vt:lpstr>
      <vt:lpstr>Congestion control Algorithms </vt:lpstr>
      <vt:lpstr>Congestion control Algorithms </vt:lpstr>
      <vt:lpstr>Leaky Bucket vs Token Bucket </vt:lpstr>
      <vt:lpstr>Advantages of congestion control </vt:lpstr>
      <vt:lpstr>Disadvantages of congestion control </vt:lpstr>
      <vt:lpstr>Congestion Control in Datagram Subnets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Congestion control  </dc:title>
  <dc:creator>jittegowthami@gmail.com</dc:creator>
  <cp:lastModifiedBy>jittegowthami@gmail.com</cp:lastModifiedBy>
  <cp:revision>7</cp:revision>
  <dcterms:created xsi:type="dcterms:W3CDTF">2025-11-01T13:17:56Z</dcterms:created>
  <dcterms:modified xsi:type="dcterms:W3CDTF">2025-11-02T04:40:29Z</dcterms:modified>
</cp:coreProperties>
</file>